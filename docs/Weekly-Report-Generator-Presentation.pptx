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454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GENERATOR &amp; TEAM DASHBOARD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full-stack review workflow for weekly team reporting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— architecture, database design, and workflow implementation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1124712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70916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12264" y="470916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12264" y="47091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TypeScript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0248" y="4709160"/>
            <a:ext cx="1906524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70248" y="4709160"/>
            <a:ext cx="1906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41364" y="4709160"/>
            <a:ext cx="1559052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1364" y="4709160"/>
            <a:ext cx="15590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Generator &amp; Team Dashboard — Technical Assignment Submission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928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edits, and submits a fixed-structure weekly report; sees its status and the manager's feedback if changes are requested.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2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85876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822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4805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submitted reports, approves or requests changes with a comment, and gets a consolidated dashboard across the whole team.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0B2E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233172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23134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team member fills in the report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93992" y="2660904"/>
            <a:ext cx="0" cy="329184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629400" y="302666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083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— appears on manager dashboard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93992" y="3355848"/>
            <a:ext cx="0" cy="329184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629400" y="372160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29400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3703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Correction — manager leaves a comment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793992" y="4050792"/>
            <a:ext cx="0" cy="329184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629400" y="441655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29400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14032" y="43982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&amp; resubmitted — back to Submitted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93992" y="4745736"/>
            <a:ext cx="0" cy="329184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629400" y="5111496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14032" y="50932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— review cycle complete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017520" cy="3200400"/>
          </a:xfrm>
          <a:prstGeom prst="roundRect">
            <a:avLst>
              <a:gd name="adj" fmla="val 3030"/>
            </a:avLst>
          </a:prstGeom>
          <a:solidFill>
            <a:srgbClr val="F2F7F7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components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wrapper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(JWT in memory)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3017520" cy="3200400"/>
          </a:xfrm>
          <a:prstGeom prst="roundRect">
            <a:avLst>
              <a:gd name="adj" fmla="val 3030"/>
            </a:avLst>
          </a:prstGeom>
          <a:solidFill>
            <a:srgbClr val="F2F7F7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21031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TypeScript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2004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middleware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0" y="1828800"/>
            <a:ext cx="3017520" cy="3200400"/>
          </a:xfrm>
          <a:prstGeom prst="roundRect">
            <a:avLst>
              <a:gd name="adj" fmla="val 3030"/>
            </a:avLst>
          </a:prstGeom>
          <a:solidFill>
            <a:srgbClr val="F2F7F7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21031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E891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 ORM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32004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Projects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Versions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Comments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managed Postgres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3200400"/>
            <a:ext cx="777240" cy="365760"/>
          </a:xfrm>
          <a:prstGeom prst="rightArrow">
            <a:avLst/>
          </a:prstGeom>
          <a:solidFill>
            <a:srgbClr val="D8E4E4"/>
          </a:solidFill>
          <a:ln/>
        </p:spPr>
      </p:sp>
      <p:sp>
        <p:nvSpPr>
          <p:cNvPr id="23" name="Shape 21"/>
          <p:cNvSpPr/>
          <p:nvPr/>
        </p:nvSpPr>
        <p:spPr>
          <a:xfrm>
            <a:off x="7635240" y="3200400"/>
            <a:ext cx="777240" cy="365760"/>
          </a:xfrm>
          <a:prstGeom prst="rightArrow">
            <a:avLst/>
          </a:prstGeom>
          <a:solidFill>
            <a:srgbClr val="D8E4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8328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  —  JWT bearer token on every request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queries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JSON Web Tokens (access + refresh), refresh tokens hashed and stored server-side so logout can actually revoke a session — not purely stateless.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restricted to the deployed frontend origin · Helmet security headers · Every gateway call validated with Zod schemas server-side.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pic>
        <p:nvPicPr>
          <p:cNvPr id="4" name="Image 0" descr="/tmp/deck/er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08760"/>
            <a:ext cx="704088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16002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2F7F7"/>
          </a:solidFill>
          <a:ln/>
        </p:spPr>
      </p:sp>
      <p:sp>
        <p:nvSpPr>
          <p:cNvPr id="6" name="Shape 3"/>
          <p:cNvSpPr/>
          <p:nvPr/>
        </p:nvSpPr>
        <p:spPr>
          <a:xfrm>
            <a:off x="7726680" y="1600200"/>
            <a:ext cx="54864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36992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vs. ReportVersion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36992" y="207568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is the slot for one (user, week, project). Content lives in ReportVersion — every correction cycle writes a NEW version instead of overwriting, which is what gives free version history.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26680" y="33375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2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7726680" y="3337560"/>
            <a:ext cx="54864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936992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ReviewComment links both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36992" y="38130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comment references reportId AND reportVersionId, so it's always clear which exact version a manager's feedback was made against.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26680" y="50749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2F7F7"/>
          </a:solidFill>
          <a:ln/>
        </p:spPr>
      </p:sp>
      <p:sp>
        <p:nvSpPr>
          <p:cNvPr id="14" name="Shape 11"/>
          <p:cNvSpPr/>
          <p:nvPr/>
        </p:nvSpPr>
        <p:spPr>
          <a:xfrm>
            <a:off x="7726680" y="5074920"/>
            <a:ext cx="54864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936992" y="5212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Hours as child tables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936992" y="555040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TaskEntry and HoursEntry are 1:N off ReportVersion — the task table and optional hours breakdown, each a real row, not JSON blobs.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Design &amp; Role-Based Access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endpoints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login, refresh, logout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/api/reports/*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list, create, get, update, submit, get 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(own) · Manager (read)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/api/review/*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approve, request-changes,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/api/projects/*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list, get, create, update, delete, assign members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Read: all · Write: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/api/users/*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me, list, profile, invite, update role, remove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only (except /me)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A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/api/dashboard/*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tasks-trend, status-by-member, workload, hours, 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pattern</a:t>
            </a:r>
            <a:endParaRPr lang="en-US" sz="1250" dirty="0"/>
          </a:p>
        </p:txBody>
      </p:sp>
      <p:sp>
        <p:nvSpPr>
          <p:cNvPr id="4" name="Text 3"/>
          <p:cNvSpPr txBox="1"/>
          <p:nvPr/>
        </p:nvSpPr>
        <p:spPr>
          <a:xfrm>
            <a:off x="548640" y="58338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verifies the JWT and loads the user → requireRole("MANAGER") gates manager-only routes → service-layer ownership checks stop a Member from ever reading another Member's report, even with a valid token.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Review &amp; Correction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2888" cy="1234440"/>
          </a:xfrm>
          <a:prstGeom prst="roundRect">
            <a:avLst>
              <a:gd name="adj" fmla="val 5926"/>
            </a:avLst>
          </a:prstGeom>
          <a:solidFill>
            <a:srgbClr val="5B6B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35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visible to the author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08960" y="2148840"/>
            <a:ext cx="265176" cy="320040"/>
          </a:xfrm>
          <a:prstGeom prst="rightArrow">
            <a:avLst/>
          </a:prstGeom>
          <a:solidFill>
            <a:srgbClr val="D8E4E4"/>
          </a:solidFill>
          <a:ln/>
        </p:spPr>
      </p:sp>
      <p:sp>
        <p:nvSpPr>
          <p:cNvPr id="8" name="Shape 6"/>
          <p:cNvSpPr/>
          <p:nvPr/>
        </p:nvSpPr>
        <p:spPr>
          <a:xfrm>
            <a:off x="3401568" y="1691640"/>
            <a:ext cx="2532888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01568" y="1691640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286000"/>
            <a:ext cx="235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 manager dashboard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61888" y="2148840"/>
            <a:ext cx="265176" cy="320040"/>
          </a:xfrm>
          <a:prstGeom prst="rightArrow">
            <a:avLst/>
          </a:prstGeom>
          <a:solidFill>
            <a:srgbClr val="D8E4E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54496" y="1691640"/>
            <a:ext cx="2532888" cy="1234440"/>
          </a:xfrm>
          <a:prstGeom prst="roundRect">
            <a:avLst>
              <a:gd name="adj" fmla="val 5926"/>
            </a:avLst>
          </a:prstGeom>
          <a:solidFill>
            <a:srgbClr val="E891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54496" y="1691640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CORRECTION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2286000"/>
            <a:ext cx="235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Manager's comment shown on report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14816" y="2148840"/>
            <a:ext cx="265176" cy="320040"/>
          </a:xfrm>
          <a:prstGeom prst="rightArrow">
            <a:avLst/>
          </a:prstGeom>
          <a:solidFill>
            <a:srgbClr val="D8E4E4"/>
          </a:solidFill>
          <a:ln/>
        </p:spPr>
      </p:sp>
      <p:sp>
        <p:nvSpPr>
          <p:cNvPr id="16" name="Shape 14"/>
          <p:cNvSpPr/>
          <p:nvPr/>
        </p:nvSpPr>
        <p:spPr>
          <a:xfrm>
            <a:off x="9107424" y="1691640"/>
            <a:ext cx="2532888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07424" y="1691640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286000"/>
            <a:ext cx="235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cycle complete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Correction → edited → resubmitted moves the status back to Submitted for another review pass.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72160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can Approve, or Request Changes with one required comment explaining what to fix.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3542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440740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see and edit only their own reports; managers see every report but can only touch status/comment fields — never rewrite report content.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2122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09320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 (bonus): each resubmission creates a new ReportVersion row. Past versions stay fully visible — a manager can open any prior version and see exactly which version a given comment targeted.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Report Page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/reports/new, /reports/[id]/edit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ReportForm — create + edit modes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64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Task-level table (FlaggableListEditor)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31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Blockers/achievements with “key” flag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982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validation before submit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6002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History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/reports/history, /reports/[id]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list, status badges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264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the create/edit page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831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detail view (shared component)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3982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comment banner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16002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7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Dashboard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/manager/dashboard, /manager/reports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 + 4 Recharts visualizations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264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member, project, date, status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831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 page (Approve / Request Changes)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43982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profile page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reusable primitives used everywhere: Button, Modal, PageHeader, StatusBadge, LoadingSpinner, ErrorMessage, EmptyState, Pagination — kept in components/common/.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shell: collapsible sidebar on desktop, bottom nav on mobile — verified at desktop / tablet / mobile breakpoints.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Visual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E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reports submitted this week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37560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E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compliance rate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E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 Needs Correction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15400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E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98280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blockers across the team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(Recharts)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2F7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4747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trend  </a:t>
            </a: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chart, per person / team-wide, over 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151376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15137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/ approval status  </a:t>
            </a: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team member — stacked bars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828032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82803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by project  </a:t>
            </a: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distribution across active projects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504688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2F7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50468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by task type  </a:t>
            </a:r>
            <a:r>
              <a:rPr lang="en-US" sz="10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team-wide: Development vs Testing vs Meetings vs Docs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3063240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F2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36576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reports and review actions — approvals and “sent back for correction” events — surfaced in one chronological feed so a manager can see team activity at a glance without opening every report.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50292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available: team member · project/category · date range · status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7+ REQUIRED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2F7F7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9659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867912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weekly report (create/edit)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9659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history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15400" y="16916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2F7F7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9659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5256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445752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detail (read-only)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01752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2834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74320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2F7F7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01752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7472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867912" y="2834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team reports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274320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301752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6364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656832" y="2834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 (approve/request changes)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15400" y="274320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2F7F7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52560" y="301752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5256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445752" y="2834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version history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379476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406908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078992" y="3886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/ categories management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37560" y="379476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2F7F7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0" y="406908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47472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867912" y="3886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(admin)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26480" y="379476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406908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26364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656832" y="3886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profile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915400" y="379476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2F7F7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52560" y="406908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05256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9445752" y="3886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nav shell (desktop/mobile)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8640" y="484632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" y="51206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85800" y="5120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1078992" y="4937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Account-level role routing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NOTES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How They Were Solved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6634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build broke on Render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 6-era compiler removed moduleResolution="node" and baseUrl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Migrated to module/moduleResolution "nodenext"; scoped rootDir to src/ so dist/server.js lands where npm start expects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engine mismatch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generated on Windows didn't include the Linux query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debian-openssl-3.0.x to binaryTargets alongside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build missing devDependencies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NODE_ENV=production during build silently skipped typescript/@types/*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command explicitly runs npm install --include=dev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+ env var mismatches across environments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CORS_ORIGIN, and NEXT_PUBLIC_ vars are baked in at build time, not read at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CORS_ORIGIN to each real frontend origin; rebuilt after every env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" cy="9601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 in this submission. Planned approach: a manager-facing chat widget backed by an LLM with tool-use over the reports API — “What did the design team work on last week?” answered by querying real report data, not a static prompt.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54864" cy="9601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163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RBAC test suite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8211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the current access-control tests to cover every endpoint pairing (member vs. manager, own vs. other's data) as a CI gate.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54864" cy="9601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9867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52544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in-app notification when a report is sent back for correction or approved, instead of requiring a page visit to discover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202936"/>
            <a:ext cx="54864" cy="9601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15721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export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522976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CSV/PDF export of a week's reports for offline review or archiving.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coding walkthrough welcome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622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github.com/rasunM/weekly-report-generator-team-dashboard-assignment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FRONTEND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BACKEND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338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weekly-report-generator-team-dashboard-7gl8.onrender.com</a:t>
            </a:r>
            <a:endParaRPr lang="en-US" sz="125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A6A50C0-67C9-3081-1A39-035CBF546348}"/>
              </a:ext>
            </a:extLst>
          </p:cNvPr>
          <p:cNvSpPr txBox="1"/>
          <p:nvPr/>
        </p:nvSpPr>
        <p:spPr>
          <a:xfrm>
            <a:off x="822960" y="5157995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https://weekly-report-generator-team-dashbo-rho.vercel.app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1368</Words>
  <Application>Microsoft Office PowerPoint</Application>
  <PresentationFormat>Custom</PresentationFormat>
  <Paragraphs>226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H.M.R.M Perera</cp:lastModifiedBy>
  <cp:revision>2</cp:revision>
  <dcterms:created xsi:type="dcterms:W3CDTF">2026-09-08T11:10:55Z</dcterms:created>
  <dcterms:modified xsi:type="dcterms:W3CDTF">2026-09-08T11:14:53Z</dcterms:modified>
</cp:coreProperties>
</file>